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90" r:id="rId3"/>
    <p:sldId id="288" r:id="rId4"/>
    <p:sldId id="29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321B2-3D32-4CD8-B3D1-73D11D621B70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693CC-D929-46AF-9586-9F63C29D8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204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8352F-03EC-1973-B310-87F5A7840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7F5C2D-F2B2-3028-FD84-127AAEF70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CD910E-8D9A-4BFB-237F-03B71583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E77B-58A7-4675-949A-4F45EB5935DB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C6F794-A80E-7145-9A2F-91EEA11E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CD86B1-2D7C-E60B-FF64-2791B9FBC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8FB3-BA3E-418E-B074-F76C98AB50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392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B87068-F31B-8B24-1861-8E877E546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D05DBC-2E91-0118-ABF2-F4AC1CE01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16157A-B32C-3162-CF09-2362EF3C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E77B-58A7-4675-949A-4F45EB5935DB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8381A-AE41-B2C5-503A-1D8D40220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A70941-BF96-2DFD-BDC7-083E3F6CE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8FB3-BA3E-418E-B074-F76C98AB50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935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0E3E5-692E-86C5-2A76-CBD5AA018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69A6BF-2258-4A7C-6993-5614D661E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258BD0-05FD-9274-0028-DD0CDD1A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E77B-58A7-4675-949A-4F45EB5935DB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6BDC3D-7EE4-D389-DA1A-DA7D19A7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0BA3B7-F001-2DED-361A-FF2391A16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8FB3-BA3E-418E-B074-F76C98AB50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421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21352-17BB-C3B7-15B0-C4B0BE5D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48008D-1256-8BF3-5CDB-B150BFFEF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BF0EF1-9895-D8D8-AE3C-33361C607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A29A78-0FAD-71C9-2337-D8BC2578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E77B-58A7-4675-949A-4F45EB5935DB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E28313-0CE8-A607-3875-70E7A26D3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65CC96-67AB-8B1C-A1A6-48385B47B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8FB3-BA3E-418E-B074-F76C98AB50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616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82E611-3758-8EB6-4C26-7AEDE625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9A6C50-AE83-944A-7FF5-50B870955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60DC3E-C39C-B206-3B60-8F47C9B52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769C54-7393-059C-8840-36343FB44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DDE54B0-C249-6FED-3EF5-096388F421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1DAEF3-D887-EA6D-58D4-83AE567D2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E77B-58A7-4675-949A-4F45EB5935DB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F740C2-55BA-B5B9-7E16-B0CDA1A1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858AEAD-6161-BECD-EA83-0CB64B77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8FB3-BA3E-418E-B074-F76C98AB50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714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1AD48-7245-3F9D-E2B7-5D2CBCBAA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FCF071-14F0-C291-2011-9B37BB41E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E77B-58A7-4675-949A-4F45EB5935DB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6FFB30-6EF8-FF1A-05D2-7F0D74CAD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731ADD-FE78-1542-58ED-4F94D59E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8FB3-BA3E-418E-B074-F76C98AB50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22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C96831-6A85-D1B8-91E3-3F4E4ECDA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E77B-58A7-4675-949A-4F45EB5935DB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B4CC95-8D63-3A0E-795C-FFE3B9408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91D871-CE75-BF6B-D15E-78C4FD0B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8FB3-BA3E-418E-B074-F76C98AB50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0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9C83E0-124A-ECD0-CBB5-F182FA550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508BAE-068C-E864-1FE1-989D6F985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3E8C66-43DE-114D-BE63-570655F49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96DD5A-31A3-5D4D-CAA5-8CA7B2F24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E77B-58A7-4675-949A-4F45EB5935DB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D068ED-918C-941F-F1D3-11AFAB74E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FB1BF9-AF98-860E-198B-180564D0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8FB3-BA3E-418E-B074-F76C98AB50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67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71DC7-79A5-3FD5-B231-1CBE49449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4DF0D5-DC0D-6CC2-10F0-0612E0691F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2A53B1-4F9A-E6CA-15C4-4B17BB95B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3ED79F-CFB7-6D99-58A9-7726B8BEE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E77B-58A7-4675-949A-4F45EB5935DB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0548BE-62F5-BC9B-4420-F9A5873CD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F3F6F2-0E61-4190-D6D8-CBA087CF4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8FB3-BA3E-418E-B074-F76C98AB50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315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98AB4-9FC3-AF06-457B-58954FD18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1004E3-5C4B-B5B4-C8BB-33569768B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FC7F28-D991-D647-7151-D70ADBD0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E77B-58A7-4675-949A-4F45EB5935DB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E5B339-B0C2-8F66-FD88-56B08040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733D56-0864-E80D-6783-06C31767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8FB3-BA3E-418E-B074-F76C98AB50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67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2C77FB-0276-70FD-809C-F0FDDDEBEE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7C5E93-4D74-59EA-77E9-696AD6615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B6A85A-C52D-C1F8-0C22-46E314B7E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E77B-58A7-4675-949A-4F45EB5935DB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304E94-EC5B-4D8E-4FFC-737C398D7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221B7-70C2-E85B-4CFD-0A3F3939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58FB3-BA3E-418E-B074-F76C98AB50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43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633804-4E05-2498-D388-8C2C9CBA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06955D-8E0B-6968-D196-143B1B9A7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F1A05-EB43-314E-AF58-033613C31D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CE77B-58A7-4675-949A-4F45EB5935DB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2DCDA7-64FF-1359-1205-82B70C09C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A49B87-F76B-1862-F844-0D1E9945E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58FB3-BA3E-418E-B074-F76C98AB50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44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E5400C0-3E8E-4098-BDD9-ED9C20E382E8}"/>
              </a:ext>
            </a:extLst>
          </p:cNvPr>
          <p:cNvSpPr txBox="1"/>
          <p:nvPr/>
        </p:nvSpPr>
        <p:spPr>
          <a:xfrm>
            <a:off x="638628" y="414709"/>
            <a:ext cx="110950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整体框架</a:t>
            </a:r>
            <a:r>
              <a:rPr lang="en-US" altLang="zh-C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Sep 17, 2025</a:t>
            </a:r>
          </a:p>
          <a:p>
            <a:endParaRPr lang="en-US" altLang="zh-CN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88CA9DE-2328-3619-B270-D10EDDF0C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922" y="570421"/>
            <a:ext cx="5793424" cy="621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76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FA437-EA36-B8F0-AD31-669787832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31F759A-FCE4-AF1D-F154-0886C50A791D}"/>
              </a:ext>
            </a:extLst>
          </p:cNvPr>
          <p:cNvSpPr txBox="1"/>
          <p:nvPr/>
        </p:nvSpPr>
        <p:spPr>
          <a:xfrm>
            <a:off x="638629" y="414709"/>
            <a:ext cx="10849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实验设计</a:t>
            </a:r>
            <a:r>
              <a:rPr lang="en-US" altLang="zh-C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58F2B3-E205-44DD-2EA9-8937E66E6652}"/>
              </a:ext>
            </a:extLst>
          </p:cNvPr>
          <p:cNvSpPr txBox="1"/>
          <p:nvPr/>
        </p:nvSpPr>
        <p:spPr>
          <a:xfrm>
            <a:off x="278411" y="1237667"/>
            <a:ext cx="11130807" cy="4465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实验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：对比需求预测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路径优化和需求预测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路径优化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配车算法（订单数量递增）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实验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：对比需求预测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贪心配车算法和需求预测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神经网络配车算法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实验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：对比不同车辆比例的配车算法，即随着大车和小车（中车）比例的改变，调度的成本和其他参数随之是如何改变的（这里不适用配车算法）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实验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3.1</a:t>
            </a: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：这里是否添加一个附加实验，在小车和大车比例固定的情况下，测试添加一个中车是否会对实验结果有好处（开放性实验，不确定结果）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实验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zh-CN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：小型调度车调度车灵活和固定路线下的对比</a:t>
            </a:r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UCLA</a:t>
            </a:r>
          </a:p>
        </p:txBody>
      </p:sp>
    </p:spTree>
    <p:extLst>
      <p:ext uri="{BB962C8B-B14F-4D97-AF65-F5344CB8AC3E}">
        <p14:creationId xmlns:p14="http://schemas.microsoft.com/office/powerpoint/2010/main" val="204056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1EA8B-2D4C-9F85-5F30-1C9094654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A8C14FD-436B-0091-69E4-6F5187D8CCFA}"/>
              </a:ext>
            </a:extLst>
          </p:cNvPr>
          <p:cNvSpPr txBox="1"/>
          <p:nvPr/>
        </p:nvSpPr>
        <p:spPr>
          <a:xfrm>
            <a:off x="638629" y="414709"/>
            <a:ext cx="108494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问题</a:t>
            </a:r>
            <a:r>
              <a:rPr lang="en-US" altLang="zh-C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</a:t>
            </a:r>
          </a:p>
          <a:p>
            <a:endParaRPr lang="en-US" altLang="zh-CN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298B1C-55FB-954C-4060-CDA8824636D0}"/>
              </a:ext>
            </a:extLst>
          </p:cNvPr>
          <p:cNvSpPr txBox="1"/>
          <p:nvPr/>
        </p:nvSpPr>
        <p:spPr>
          <a:xfrm>
            <a:off x="638629" y="1196103"/>
            <a:ext cx="11016839" cy="557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目前我就考虑了两种车型来进行比例实验（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running)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，是否有必要设计三种车型（还是说三种车型像低空经济实验一样验证</a:t>
            </a:r>
            <a:r>
              <a:rPr lang="en-US" altLang="zh-C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a+b+c,b+c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等的效果对比）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目前神经网络算法的效果不如普通的贪心算法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大规模实验是否需要考虑敏感性实验（比如各种成本参数）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是否要计算单位成本和空间利用率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地点目前都是在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个地点的基础上跑的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是否要和不加需求预测的对比，如果不加的话，应该怎么比（之前是直接随机生成的）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967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D357-C791-6913-A485-C9DBA37A3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DD36B7E-B542-90E7-24A3-95202136DDC0}"/>
              </a:ext>
            </a:extLst>
          </p:cNvPr>
          <p:cNvSpPr txBox="1"/>
          <p:nvPr/>
        </p:nvSpPr>
        <p:spPr>
          <a:xfrm>
            <a:off x="638629" y="414709"/>
            <a:ext cx="108494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问题</a:t>
            </a:r>
            <a:r>
              <a:rPr lang="en-US" altLang="zh-C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		</a:t>
            </a:r>
          </a:p>
          <a:p>
            <a:endParaRPr lang="en-US" altLang="zh-CN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778500-2352-1B30-A4A6-5DCCD1AEBFD6}"/>
              </a:ext>
            </a:extLst>
          </p:cNvPr>
          <p:cNvSpPr txBox="1"/>
          <p:nvPr/>
        </p:nvSpPr>
        <p:spPr>
          <a:xfrm>
            <a:off x="638629" y="1196103"/>
            <a:ext cx="11016839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使用配车算法后灵活与固定车辆的比例失效（是每次看了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表后手动修改还是放弃或者在没有使用配车算法的情况下比较）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探索结果：加入神经网络是可行的，但是目前效果并不算好，目前神经网络没有和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ALNS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形成闭环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实验上的问题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服务器内存满了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B85233-1C04-ED95-1199-64D91DFE9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581" y="2945778"/>
            <a:ext cx="6542838" cy="3858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002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Research Progress</Template>
  <TotalTime>325</TotalTime>
  <Words>348</Words>
  <Application>Microsoft Office PowerPoint</Application>
  <PresentationFormat>宽屏</PresentationFormat>
  <Paragraphs>19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 Light</vt:lpstr>
      <vt:lpstr>Arial</vt:lpstr>
      <vt:lpstr>Calibri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晨杰 杨</dc:creator>
  <cp:lastModifiedBy>晨杰 杨</cp:lastModifiedBy>
  <cp:revision>2</cp:revision>
  <dcterms:created xsi:type="dcterms:W3CDTF">2025-09-17T11:03:02Z</dcterms:created>
  <dcterms:modified xsi:type="dcterms:W3CDTF">2025-12-23T04:49:51Z</dcterms:modified>
</cp:coreProperties>
</file>